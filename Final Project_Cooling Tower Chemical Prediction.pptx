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5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261D-4425-3878-38D1-2007C9425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CDF0C-01CB-4BC3-8BFA-994318808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72516-FE69-3598-BF46-C9D7E3A75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C9F2-F7E3-4F7F-8C83-3B98496325DD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70A5D-1EF3-D149-A204-B96C50A9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3023F-CBC8-178E-38CC-E65D04C72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95BBF-C97F-40CC-BF7B-A0B4B14BB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7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6F9B6-3085-58C7-A384-B93B1265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41630-9A6B-311E-74BE-32349DE48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B69A0-517E-5A24-B45A-06E942133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C9F2-F7E3-4F7F-8C83-3B98496325DD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84692-6823-4918-8DFB-E15E182DF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323D2-437F-EE54-8106-1FAD4FD91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95BBF-C97F-40CC-BF7B-A0B4B14BB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21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9DAF6-E91C-F212-765F-1E455758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9CFCF-9FAB-B10C-89C6-6F49A04EF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596EB-D959-BCE2-D653-038DA2D5E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C9F2-F7E3-4F7F-8C83-3B98496325DD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9725E-2947-E7A3-A59C-4B897719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94005-51A7-9D19-EE49-3F0F4D9ED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95BBF-C97F-40CC-BF7B-A0B4B14BB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69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DB126-B9FE-E28B-6FA0-67E5A26E5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3BCA7-91D9-749F-C17F-60C901A4A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53FCE-9BBF-7D5C-312B-35180D027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36ADF-DFEF-B08B-7A50-90EF97C21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C9F2-F7E3-4F7F-8C83-3B98496325DD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69225-B85F-0E11-ECD1-63FF2FC0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8E248-1AA0-FC85-AF54-468F7E53B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95BBF-C97F-40CC-BF7B-A0B4B14BB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92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31EF6-E8BF-0D01-B4DB-F04F3616A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051F9-DEBA-1E42-022D-696835C90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5B5A0-A32A-9969-1E95-74B09595D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4F3E93-A2D2-EC6B-1BD3-EA9C66C6A1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2B60C5-1E72-3492-9C0F-C9699956B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4A36A6-0087-0A05-AF7D-F3D354C0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C9F2-F7E3-4F7F-8C83-3B98496325DD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FFE27C-A883-2CFB-3AA0-478AF978A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B39BF0-030B-1D11-AA94-6A291D490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95BBF-C97F-40CC-BF7B-A0B4B14BB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8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99284-8117-0E47-C54B-0E79D22D8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517D32-8F16-0E29-8945-5B91AAEAA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C9F2-F7E3-4F7F-8C83-3B98496325DD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75535-AFA6-29A3-81EE-73E2A965B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1E9D7-185E-7C7C-C92B-100488539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95BBF-C97F-40CC-BF7B-A0B4B14BB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42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62BCD9-E414-4F37-CD71-A56449DF9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C9F2-F7E3-4F7F-8C83-3B98496325DD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1849A4-2385-2A22-F3A1-750E45061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8F6C7-3803-B74E-48F5-2D5B6FB9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95BBF-C97F-40CC-BF7B-A0B4B14BB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74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F53E-2570-8971-AEB0-740321755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3DA43-5FEC-FD36-5A29-86491D9BF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9BEF4-CC1C-EBF8-C8F1-DBD800998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7B47C-7C68-67CC-02E7-74E9DA722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C9F2-F7E3-4F7F-8C83-3B98496325DD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B8825-FF1D-4A36-9C8A-FA058214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5215F-A823-3BE1-21AD-338C61D6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95BBF-C97F-40CC-BF7B-A0B4B14BB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64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7FCE9-9733-21D1-82A7-357889A1A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D483B3-9E1F-21C7-535E-958229E1A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57469-C734-777A-D387-6D4D5DF2C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9FB9F-CB87-E813-0142-90113A2A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C9F2-F7E3-4F7F-8C83-3B98496325DD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5F6DF-963F-D3A5-AA3C-5754A9B8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82799-9F2A-4A54-0B92-97006FBD1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95BBF-C97F-40CC-BF7B-A0B4B14BB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34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AA064-1EF6-F9CF-763E-EB410E8F8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42B032-99C5-92F1-F1F4-CDD9F349A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234F5-8849-BDDC-04B1-E099543E8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C9F2-F7E3-4F7F-8C83-3B98496325DD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70094-E4BE-2D79-D496-CB7B72684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E788B-7D4C-AD49-493E-99E8E7341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95BBF-C97F-40CC-BF7B-A0B4B14BB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22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4B2466-0105-9086-DF53-17D594D8C0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2821F6-293B-3C34-331E-195F7ECA3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F1D4B-03E9-D125-9953-B4BA95720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C9F2-F7E3-4F7F-8C83-3B98496325DD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D5E5A-2312-7A79-7970-E7D09662D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2B992-057D-259E-FC80-301B9695E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95BBF-C97F-40CC-BF7B-A0B4B14BB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70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BAE7BC-C78C-C3F1-3A4C-73CBFBF41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3D512-9344-D689-7EFC-0A259CF81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CDF86-B1B6-A5E9-E7C5-DEA027DD31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8C9F2-F7E3-4F7F-8C83-3B98496325DD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3B8A4-AA40-109B-48B8-5E92A1A8F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8182C-D008-019B-7785-1E0685D13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95BBF-C97F-40CC-BF7B-A0B4B14BB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7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9C3392-439C-0CF2-F54F-004561BB2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784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D65D50-0FEC-5C53-1EA6-1A8000AC9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43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99CD36-8BE1-1BA8-7F5D-341344361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786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CF7F4A-E41E-966D-B125-64C3DC563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78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97CAF5-1918-9348-46EC-0248CF4C5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883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305647-BE39-BC7D-315E-EC6DA730C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396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E9600A-2CAA-5EC0-959E-C050DD620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651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145116-BE78-97CE-3F5C-DD539246F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7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B7555D-71B6-650A-8C99-373EBF67B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047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B84D42-8EFF-B9B7-E637-F8F5A94AC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913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C3C3E4-FDAC-2BC6-C3C6-C4D8D4FF4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132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B8491C-EA04-869A-774D-3243C8C93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20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 Legion Y740</dc:creator>
  <cp:lastModifiedBy>Lenovo Legion Y740</cp:lastModifiedBy>
  <cp:revision>1</cp:revision>
  <dcterms:created xsi:type="dcterms:W3CDTF">2025-01-08T13:47:38Z</dcterms:created>
  <dcterms:modified xsi:type="dcterms:W3CDTF">2025-01-08T13:53:12Z</dcterms:modified>
</cp:coreProperties>
</file>